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365760"/>
            <a:ext cx="5029200" cy="5029200"/>
          </a:xfrm>
          <a:prstGeom prst="ellipse">
            <a:avLst/>
          </a:prstGeom>
          <a:solidFill>
            <a:srgbClr val="00C883">
              <a:alpha val="8000"/>
            </a:srgbClr>
          </a:solidFill>
          <a:ln w="12700">
            <a:solidFill>
              <a:srgbClr val="00C88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Project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00C8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703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Cybersecurity · Sprint Intelligence · Meeting Automation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297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2976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4297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42976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Memory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4297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42976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4297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42976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Agentic AI?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perceives, reasons, plans, and acts — autonomously, in loops.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874520" cy="155448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874520" cy="73152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121408"/>
            <a:ext cx="640080" cy="0"/>
          </a:xfrm>
          <a:prstGeom prst="line">
            <a:avLst/>
          </a:prstGeom>
          <a:noFill/>
          <a:ln w="12700">
            <a:solidFill>
              <a:srgbClr val="00C8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202996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83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874520" cy="155448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71600"/>
            <a:ext cx="187452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4813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19385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121408"/>
            <a:ext cx="640080" cy="0"/>
          </a:xfrm>
          <a:prstGeom prst="line">
            <a:avLst/>
          </a:prstGeom>
          <a:noFill/>
          <a:ln w="12700">
            <a:solidFill>
              <a:srgbClr val="00C8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02996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83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371600"/>
            <a:ext cx="1874520" cy="155448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371600"/>
            <a:ext cx="1874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4813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19385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agents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121408"/>
            <a:ext cx="640080" cy="0"/>
          </a:xfrm>
          <a:prstGeom prst="line">
            <a:avLst/>
          </a:prstGeom>
          <a:noFill/>
          <a:ln w="12700">
            <a:solidFill>
              <a:srgbClr val="00C8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202996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83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371600"/>
            <a:ext cx="1874520" cy="155448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1371600"/>
            <a:ext cx="18745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4813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1938528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 continues until goal is complete 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383280"/>
            <a:ext cx="2697480" cy="141732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6072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883"/>
                </a:solidFill>
              </a:rPr>
              <a:t>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76072" y="3950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" y="42519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goals into sub-tasks and routes them to specialist agents.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19272" y="3383280"/>
            <a:ext cx="2697480" cy="141732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83864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883"/>
                </a:solidFill>
              </a:rPr>
              <a:t>◉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483864" y="3950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83864" y="42519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real APIs — Jira, GitHub, Slack — to act on the world, not just describe 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27064" y="3383280"/>
            <a:ext cx="2697480" cy="141732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91656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883"/>
                </a:solidFill>
              </a:rPr>
              <a:t>⇄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391656" y="3950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91656" y="42519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window + long-term vector store persist knowledge across sessions.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an afterthought — it is built into every layer of the architecture.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931920" cy="35661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54864" cy="3566160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83664"/>
            <a:ext cx="164592" cy="1645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470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exposure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209397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.env, never in code or LLM 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164592" cy="1645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140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266090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results sandboxed from system prompt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164592" cy="1645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809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322783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fields encrypted, workspace-scoped access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584448"/>
            <a:ext cx="164592" cy="1645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5478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hallucination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37947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 validates responses before delivery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4151376"/>
            <a:ext cx="164592" cy="1645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1148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risk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" y="436168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deps: anthropic, dotenv, requests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298448"/>
            <a:ext cx="3931920" cy="35661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298448"/>
            <a:ext cx="54864" cy="3566160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389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Controls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1865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02352" y="1847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20939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 loaded from .env, never hardcoded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4323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02352" y="24140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02352" y="26609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Jira / GitHub / Slack calls use token auth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29992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02352" y="29809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02352" y="322783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call logged with trace ID + token count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35661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02352" y="3547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02352" y="37947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Config.validate() gates startup on missing secrets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4133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02352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pinning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02352" y="43616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pins all versions for reproducibility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dev to production — three deployment targets with progressive complexity.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816352" cy="3547872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816352" cy="54864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/ Dev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0E0D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pip install -r requirements.txt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cp .env.example .env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ANTHROPIC_API_KEY in .env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main.py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1298448"/>
            <a:ext cx="2816352" cy="3547872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298448"/>
            <a:ext cx="2816352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417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19272" y="1828800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0E0D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8288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ai-pm-copilot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9272" y="22677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ai-pm-copilot 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28346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secrets via --env-file .env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9272" y="34015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data/ volume for LTM persistence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9272" y="39684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port for future API surface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61888" y="1298448"/>
            <a:ext cx="2816352" cy="3547872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61888" y="1298448"/>
            <a:ext cx="281635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417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(AWS/GCP)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99048" y="1828800"/>
            <a:ext cx="2514600" cy="310896"/>
          </a:xfrm>
          <a:prstGeom prst="roundRect">
            <a:avLst>
              <a:gd name="adj" fmla="val 14706"/>
            </a:avLst>
          </a:prstGeom>
          <a:solidFill>
            <a:srgbClr val="0A0E0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18288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serverless deploy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99048" y="22677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secrets in AWS Secrets Manager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28346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Lambda or Cloud Run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34015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backed by DynamoDB or Firestore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39684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GitHub Actions on push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809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modes use the same codebase. No code changes required between environments — only .env configuration differs.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566928"/>
          </a:xfrm>
          <a:prstGeom prst="rect">
            <a:avLst/>
          </a:prstGeom>
          <a:solidFill>
            <a:srgbClr val="1A2520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4864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PM Dashboard · IDE Plugin · CLI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03920" y="122529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55F7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8321040" cy="566928"/>
          </a:xfrm>
          <a:prstGeom prst="rect">
            <a:avLst/>
          </a:prstGeom>
          <a:solidFill>
            <a:srgbClr val="1A2520"/>
          </a:solidFill>
          <a:ln w="12700">
            <a:solidFill>
              <a:srgbClr val="00C8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64208"/>
            <a:ext cx="54864" cy="566928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37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· task routing · memory management · goal tracking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03920" y="186537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83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304288"/>
            <a:ext cx="8321040" cy="566928"/>
          </a:xfrm>
          <a:prstGeom prst="rect">
            <a:avLst/>
          </a:prstGeom>
          <a:solidFill>
            <a:srgbClr val="1A252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04288"/>
            <a:ext cx="54864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77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0604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Sprint Planner · Risk Analyst · Code Reviewer · Standup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03920" y="250545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44368"/>
            <a:ext cx="8321040" cy="566928"/>
          </a:xfrm>
          <a:prstGeom prst="rect">
            <a:avLst/>
          </a:prstGeom>
          <a:solidFill>
            <a:srgbClr val="1A2520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44368"/>
            <a:ext cx="54864" cy="56692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17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324612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GitHub · CI/CD · Slack · Confluence · Notion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03920" y="314553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EFF"/>
                </a:solidFill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584448"/>
            <a:ext cx="8321040" cy="566928"/>
          </a:xfrm>
          <a:prstGeom prst="rect">
            <a:avLst/>
          </a:prstGeom>
          <a:solidFill>
            <a:srgbClr val="1A2520"/>
          </a:solidFill>
          <a:ln w="12700">
            <a:solidFill>
              <a:srgbClr val="FF5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584448"/>
            <a:ext cx="54864" cy="56692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57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Data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388620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· Long-term memory · Vector store (RAG)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378561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5C5C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224528"/>
            <a:ext cx="8321040" cy="566928"/>
          </a:xfrm>
          <a:prstGeom prst="rect">
            <a:avLst/>
          </a:prstGeom>
          <a:solidFill>
            <a:srgbClr val="1A2520"/>
          </a:solidFill>
          <a:ln w="12700">
            <a:solidFill>
              <a:srgbClr val="7A9E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224528"/>
            <a:ext cx="54864" cy="566928"/>
          </a:xfrm>
          <a:prstGeom prst="rect">
            <a:avLst/>
          </a:prstGeom>
          <a:solidFill>
            <a:srgbClr val="7A9E90"/>
          </a:solidFill>
          <a:ln w="12700">
            <a:solidFill>
              <a:srgbClr val="7A9E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LLM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" y="452628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(Claude) · Code model · Embedding model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Notes → Tasks &amp;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raw meeting notes — the copilot extracts tasks, owners, deadlines, and a weekly digest automatically.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931920" cy="3547872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54864" cy="3547872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898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Raw Meeting Notes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 12 Planning — July 7 2026
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will complete the OAuth2 login by July 11.
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to deliver the dashboard widget by July 14.
</a:t>
            </a:r>
            <a:pPr indent="0" marL="0">
              <a:buNone/>
            </a:pPr>
            <a:r>
              <a:rPr lang="en-US" sz="98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PROJ-106 CI/CD still blocked — Bob to follow up
with DevOps by July 8 EOD.
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Charlie to write unit tests for risk analyser by
July 15. Alice on leave July 14-15.
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review: July 18 at 4 PM IST.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407408" y="283464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83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3931920" cy="3547872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98448"/>
            <a:ext cx="54864" cy="3547872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898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Extracted Tasks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828800"/>
            <a:ext cx="3611880" cy="530352"/>
          </a:xfrm>
          <a:prstGeom prst="rect">
            <a:avLst/>
          </a:prstGeom>
          <a:solidFill>
            <a:srgbClr val="111715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6048" y="1828800"/>
            <a:ext cx="45720" cy="53035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186537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login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84064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 ·  Jul 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95681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F5C5C">
              <a:alpha val="22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95681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56048" y="2450592"/>
            <a:ext cx="3611880" cy="530352"/>
          </a:xfrm>
          <a:prstGeom prst="rect">
            <a:avLst/>
          </a:prstGeom>
          <a:solidFill>
            <a:srgbClr val="111715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2450592"/>
            <a:ext cx="4572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4871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widget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84064" y="27249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 ·  Jul 14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2578608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5A623">
              <a:alpha val="2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5786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56048" y="3072384"/>
            <a:ext cx="3611880" cy="530352"/>
          </a:xfrm>
          <a:prstGeom prst="rect">
            <a:avLst/>
          </a:prstGeom>
          <a:solidFill>
            <a:srgbClr val="111715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3072384"/>
            <a:ext cx="45720" cy="53035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31089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follow-up (CI/CD)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84064" y="33467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 ·  Jul 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320040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F5C5C">
              <a:alpha val="22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320040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56048" y="3694176"/>
            <a:ext cx="3611880" cy="530352"/>
          </a:xfrm>
          <a:prstGeom prst="rect">
            <a:avLst/>
          </a:prstGeom>
          <a:solidFill>
            <a:srgbClr val="111715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3694176"/>
            <a:ext cx="4572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37307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— risk agent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84064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 ·  Jul 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98080" y="38221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F5A623">
              <a:alpha val="2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3822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4370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auto-generated and posted to Slack #dev-updates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Summary — Generated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384048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8321040" cy="347472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›  Weekly Digest — Sprint 12  ·  Week of July 7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42646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complete. 26 pts committed across 6 tickets.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0C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PROJ-103 pagination bug fixed and merged by Alice.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94360" y="23042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 Progress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PROJ-101 OAuth2 login — Alice — on track for Jul 11.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PROJ-102 Dashboard widget — Bob — 60% complete, due Jul 14.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94360" y="31821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Blockers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4564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PROJ-106 CI/CD pipeline blocked on DevOps access. Bob to follow up by Jul 8 EOD. Risk: HIGH.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94360" y="371246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leave Jul 14-15 reduces capacity by 4pts — sprint may need rebalancing.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94360" y="40599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Upcoming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33425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 July 18 at 4:00 PM IST.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94360" y="45902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8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standup: 9:30 AM IST, #dev-standup.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automatically to Slack #dev-updates · Stored to long-term memory · Shared with PM 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329184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7899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07899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07899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 —  python main.py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316736"/>
            <a:ext cx="8321040" cy="3493008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╔══════════════════════════════════════╗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60477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 AI Project Management Copilot   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181965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╚══════════════════════════════════════╝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03454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Commands: 'memory' — inspect LTM | 'exit' — quit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224942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46430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› When is the next sprint meeting?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67919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289407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[sprint_planner] running…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310896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332384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› Your next sprint planning meeting 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3538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Monday July 7 2026 at 10:00 AM IST.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375361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Google Meet: meet.google.com/abc-xyz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" y="396849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18338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› █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182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A3D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743200" cy="17373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2743200" cy="54864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883"/>
                </a:solidFill>
              </a:rPr>
              <a:t>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76072" y="178308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Specialist 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0848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Sprint Planner, Risk Analyst, Code Reviewer, Standup — each with its own LLM prompt and tool set.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1188720"/>
            <a:ext cx="2743200" cy="17373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188720"/>
            <a:ext cx="274320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9EFF"/>
                </a:solidFill>
              </a:rPr>
              <a:t>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83864" y="178308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3864" y="20848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window + long-term JSON persistence + TF-IDF vector store for semantic RAG retrieval.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7064" y="1188720"/>
            <a:ext cx="2743200" cy="17373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1887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</a:rPr>
              <a:t>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91656" y="178308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1656" y="20848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Jira, GitHub, Slack, CI/CD pipelines. Falls back to demo data when credentials are absent.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2743200" cy="17373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08960"/>
            <a:ext cx="274320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5C5C"/>
                </a:solidFill>
              </a:rPr>
              <a:t>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" y="37033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40050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secrets manager, OAuth 2.0 for all integrations, audit logging on every agent call.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9272" y="3108960"/>
            <a:ext cx="2743200" cy="17373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3108960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55F7"/>
                </a:solidFill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83864" y="37033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Automation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83864" y="40050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tasks, owners, and deadlines from raw notes. Auto-generates weekly digest and posts to Slack.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27064" y="3108960"/>
            <a:ext cx="2743200" cy="1737360"/>
          </a:xfrm>
          <a:prstGeom prst="rect">
            <a:avLst/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3108960"/>
            <a:ext cx="2743200" cy="54864"/>
          </a:xfrm>
          <a:prstGeom prst="rect">
            <a:avLst/>
          </a:prstGeom>
          <a:solidFill>
            <a:srgbClr val="7A9E90"/>
          </a:solidFill>
          <a:ln w="12700">
            <a:solidFill>
              <a:srgbClr val="7A9E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9E9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91656" y="3703320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 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91656" y="40050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dev, Docker container, or Cloud (AWS Lambda / GCP Cloud Run) — same codebase, only .env changes.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0C883"/>
          </a:solidFill>
          <a:ln w="12700">
            <a:solidFill>
              <a:srgbClr val="00C8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74320"/>
            <a:ext cx="4572000" cy="4572000"/>
          </a:xfrm>
          <a:prstGeom prst="ellipse">
            <a:avLst/>
          </a:prstGeom>
          <a:solidFill>
            <a:srgbClr val="00C883">
              <a:alpha val="7000"/>
            </a:srgbClr>
          </a:solidFill>
          <a:ln w="12700">
            <a:solidFill>
              <a:srgbClr val="00C883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0C8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Live Demo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063240"/>
            <a:ext cx="4572000" cy="0"/>
          </a:xfrm>
          <a:prstGeom prst="line">
            <a:avLst/>
          </a:prstGeom>
          <a:noFill/>
          <a:ln w="12700">
            <a:solidFill>
              <a:srgbClr val="2A3D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3547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47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3547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547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tests/ -v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3547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547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data/seed.py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3547872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1A2520"/>
          </a:solidFill>
          <a:ln w="12700">
            <a:solidFill>
              <a:srgbClr val="2A3D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547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ai_pm_copilot_faq.html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PM Copilot · Capstone 2026 · Built with Python + Anthropic Claude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 Management Copilot</dc:title>
  <dc:subject>PptxGenJS Presentation</dc:subject>
  <dc:creator>Capstone Team</dc:creator>
  <cp:lastModifiedBy>Capstone Team</cp:lastModifiedBy>
  <cp:revision>1</cp:revision>
  <dcterms:created xsi:type="dcterms:W3CDTF">2026-06-08T12:34:52Z</dcterms:created>
  <dcterms:modified xsi:type="dcterms:W3CDTF">2026-06-08T12:34:52Z</dcterms:modified>
</cp:coreProperties>
</file>